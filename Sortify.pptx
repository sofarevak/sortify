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5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2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8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7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0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5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7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3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5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3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282380-6639-4713-91FB-1556C7E83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1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CF2F5F-1495-4F05-B64D-01CD3B65A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3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E1F52C-7729-4F0A-8F9B-03700DEA2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0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5732DE-E691-411D-A230-A356DEDC4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7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B5A33-A450-4DEF-95FB-D36495D0B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5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0EC893-E473-483B-A3FF-DBD016F9F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5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CC41E4-C904-44CE-941C-398C4BB03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2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978971-E5BE-430C-BED9-B3473C175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8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D56786-BD3E-41B0-AEA4-5F2898C53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7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8DD29D-3A71-4502-8070-B0A9DA5BB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3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779849-69CC-4265-B5AA-A674A333A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26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660325-F506-452B-ADE7-57E804AF3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32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8274E9-10A6-4B29-AA69-A568702B5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86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80669B-9D53-4265-94B8-353F8D71B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9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0154E0-4DEB-4025-9EFB-A1810444C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28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76B513-740A-4825-A0A6-0C7FAF76F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512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Широкоэкранный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Bierstadt</vt:lpstr>
      <vt:lpstr>GestaltVTI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Office</dc:creator>
  <cp:lastModifiedBy>Office</cp:lastModifiedBy>
  <cp:revision>1</cp:revision>
  <dcterms:created xsi:type="dcterms:W3CDTF">2026-01-21T22:05:08Z</dcterms:created>
  <dcterms:modified xsi:type="dcterms:W3CDTF">2026-01-21T22:18:50Z</dcterms:modified>
</cp:coreProperties>
</file>